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alog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1076325"/>
            <a:ext cx="6339840" cy="96202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13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库存管理系统设计与实现</a:t>
            </a:r>
            <a:endParaRPr lang="en-US" sz="4130" dirty="0"/>
          </a:p>
        </p:txBody>
      </p:sp>
      <p:sp>
        <p:nvSpPr>
          <p:cNvPr id="3" name="Text 1"/>
          <p:cNvSpPr/>
          <p:nvPr/>
        </p:nvSpPr>
        <p:spPr>
          <a:xfrm>
            <a:off x="1062038" y="2195513"/>
            <a:ext cx="3144202" cy="7524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SUBTITLE HERE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28650" y="3519488"/>
            <a:ext cx="1657350" cy="4095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MindShow.fun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2026-04-17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4488" y="657225"/>
            <a:ext cx="382905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657350" y="1747837"/>
            <a:ext cx="6667500" cy="2405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研究背景与意义</a:t>
            </a:r>
            <a:endParaRPr lang="en-US" sz="105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研究现状与本文定位</a:t>
            </a:r>
            <a:endParaRPr lang="en-US" sz="105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需求与功能模块</a:t>
            </a:r>
            <a:endParaRPr lang="en-US" sz="105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技术选型（与实现一致）</a:t>
            </a:r>
            <a:endParaRPr lang="en-US" sz="105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系统总体架构</a:t>
            </a:r>
            <a:endParaRPr lang="en-US" sz="105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核心设计与实现要点</a:t>
            </a:r>
            <a:endParaRPr lang="en-US" sz="105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测试与验证</a:t>
            </a:r>
            <a:endParaRPr lang="en-US" sz="105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总结与展望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513" y="1171575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7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1052513" y="2414588"/>
            <a:ext cx="5101590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研究背景与意义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研究背景与意义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数字化转型与库存管理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数字化转型与库存管理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1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核心环节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1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1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库存管理是供应链的核心，数字化转型有助于提升效率。</a:t>
            </a:r>
            <a:endParaRPr lang="en-US" sz="161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1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传统问题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1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1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使用台账和表格容易导致账实不符、效率低下、数据滞后。</a:t>
            </a:r>
            <a:endParaRPr lang="en-US" sz="161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1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设计目标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1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1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基于Web的库存管理系统，服务于中小企业的商品维护、出入库、分仓分位与预警统计。</a:t>
            </a:r>
            <a:endParaRPr lang="en-US" sz="161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1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提升意义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1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1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增强数据准确性、提高周转效率，为决策提供数据支持。</a:t>
            </a:r>
            <a:endParaRPr lang="en-US" sz="161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513" y="1171575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7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1052513" y="2414588"/>
            <a:ext cx="5101590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6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研究现状与本文定位</a:t>
            </a:r>
            <a:endParaRPr lang="en-US" sz="406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研究现状与本文定位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国内外库存管理系统对比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国内外库存管理系统对比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国外现状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智能化、云化与AI结合深，但小规模应用成本高、设计过度。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国内现状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轻量化解决方案如Spring Boot符合需求，SaaS渗透增强。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本文定位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采用Spring Boot + MySQL，关注轻量可维护的库存数字化。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513" y="1171575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7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1052513" y="2414588"/>
            <a:ext cx="5101590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需求与功能模块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需求与功能模块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核心功能概述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核心功能概述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用户认证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采用RBAC机制，确保用户权限管理。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商品管理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实现商品的CRUD（增删改查）与检索功能。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仓库管理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提供仓库、仓位分层与管理，处理入库与出库。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统计预警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提供统计与低库存预警功能，增强管理决策能力。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513" y="1171575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7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1052513" y="2414588"/>
            <a:ext cx="5101590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6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技术选型（与实现一致）</a:t>
            </a:r>
            <a:endParaRPr lang="en-US" sz="406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技术选型（与实现一致）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后端与前端技术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后端与前端技术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后端技术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使用Spring Boot 2.7、Spring MVC、MyBatis与MySQL，采用JWT进行拦截和异常处理。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前端技术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使用React 18、TypeScript、Vite和Ant Design 6，配置路由守卫和Token请求。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工程架构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前后端分离，生产构建优化静态资源由Spring Boot托管。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513" y="1171575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7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1052513" y="2414588"/>
            <a:ext cx="5101590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系统总体架构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系统总体架构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各层次功能划分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各层次功能划分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表现层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应用React与Ant Design进行页面开发，包括商品和仓位管理、统计预警等。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接口与安全层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使用Controller进行JWT校验，防止非法请求。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业务层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Service处理商品、库存与权限逻辑，关键库存操作支持事务管理。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持久层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结合MyBatis Mapper与XML，依托MySQL处理业务与权限数据存储。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513" y="1171575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7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1052513" y="2414588"/>
            <a:ext cx="5101590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6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核心设计与实现要点</a:t>
            </a:r>
            <a:endParaRPr lang="en-US" sz="406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核心设计与实现要点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登录与库存管理细节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登录与库存管理细节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登录流程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验证用户名密码并签发JWT，Token在请求头中携带进行拦截。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库存操作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入库时增加库存并记录日志，出库需检验数量，确保操作一致性。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仓位结构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使用parent_id维护数据层级，后端构建供前端展示的树形结构。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513" y="1171575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7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1052513" y="2414588"/>
            <a:ext cx="5101590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测试与验证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测试与验证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测试环境与功能验证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测试环境与功能验证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跨多个平台如Windows/macOS，配合JDK 8+、MySQL 8.x、Chrome与Postman等工具。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功能验证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经过验证的用例包括用户登录、商品CRUD操作、库存管理与预警功能。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系统满足中小规模场景的日常使用需求，高并发与压力测试将作为后续工作。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513" y="1171575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7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1052513" y="2414588"/>
            <a:ext cx="5101590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总结与展望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总结与展望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已完成与未来规划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95263"/>
            <a:ext cx="800671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已完成与未来规划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42950" y="12049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已完成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包括库存数字化管理、分仓分位与统计预警的基本架构。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未来展望</a:t>
            </a:r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/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计划更精细的接口权限、采购销售与审批流的集成、缓存与消息队列应用、及可视化数据展示与智能补货建议。</a:t>
            </a:r>
            <a:endParaRPr lang="en-US" sz="1680" dirty="0"/>
          </a:p>
          <a:p>
            <a:pPr algn="l" marL="190500" indent="-19050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感谢各位老师！敬请批评指正。</a:t>
            </a: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2963" y="1833562"/>
            <a:ext cx="3395663" cy="552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6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END</a:t>
            </a:r>
            <a:endParaRPr lang="en-US" sz="2560" dirty="0"/>
          </a:p>
        </p:txBody>
      </p:sp>
      <p:sp>
        <p:nvSpPr>
          <p:cNvPr id="3" name="Text 1"/>
          <p:cNvSpPr/>
          <p:nvPr/>
        </p:nvSpPr>
        <p:spPr>
          <a:xfrm>
            <a:off x="842963" y="2276475"/>
            <a:ext cx="3395663" cy="10334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9543" y="4851083"/>
            <a:ext cx="1328738" cy="266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库存管理系统设计与实现</dc:title>
  <dc:subject>SUBTITLE HERE</dc:subject>
  <dc:creator>MindShow.fun</dc:creator>
  <cp:lastModifiedBy>MindShow.fun</cp:lastModifiedBy>
  <cp:revision>1</cp:revision>
  <dcterms:created xsi:type="dcterms:W3CDTF">2026-04-17T06:56:26Z</dcterms:created>
  <dcterms:modified xsi:type="dcterms:W3CDTF">2026-04-17T06:56:26Z</dcterms:modified>
</cp:coreProperties>
</file>