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8016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237E"/>
                </a:solidFill>
              </a:defRPr>
            </a:pPr>
            <a:r>
              <a:t>库存管理系统设计与实现</a:t>
            </a:r>
          </a:p>
          <a:p>
            <a:pPr algn="ctr">
              <a:spcBef>
                <a:spcPts val="1200"/>
              </a:spcBef>
              <a:defRPr sz="2000"/>
            </a:pPr>
            <a:r>
              <a:t>毕业设计答辩（约 5 分钟）</a:t>
            </a:r>
          </a:p>
          <a:p>
            <a:pPr algn="ctr">
              <a:spcBef>
                <a:spcPts val="2000"/>
              </a:spcBef>
              <a:defRPr sz="1600"/>
            </a:pPr>
            <a:r>
              <a:t>答辩人：贺燕珍</a:t>
            </a:r>
            <a:br/>
            <a:r>
              <a:t>北京理工大学继续教育学院 · 计算机科学与技术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A237E"/>
                </a:solidFill>
              </a:defRPr>
            </a:pPr>
            <a:r>
              <a:t>一、研究背景与意义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700"/>
            </a:pPr>
            <a:r>
              <a:t>数字化转型下，库存是供应链核心环节；传统台账/表格易出现账实不符、效率低、数据滞后。</a:t>
            </a:r>
          </a:p>
          <a:p>
            <a:pPr>
              <a:spcAft>
                <a:spcPts val="400"/>
              </a:spcAft>
              <a:defRPr sz="1700"/>
            </a:pPr>
            <a:r>
              <a:t>目标：设计并实现基于 Web 的库存管理系统，服务中小企业商品维护、出入库、分仓分位与预警统计。</a:t>
            </a:r>
          </a:p>
          <a:p>
            <a:pPr>
              <a:spcAft>
                <a:spcPts val="400"/>
              </a:spcAft>
              <a:defRPr sz="1700"/>
            </a:pPr>
            <a:r>
              <a:t>意义：提升数据准确性与周转效率，为管理决策提供数据支撑。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A237E"/>
                </a:solidFill>
              </a:defRPr>
            </a:pPr>
            <a:r>
              <a:t>二、研究现状与本文定位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700"/>
            </a:pPr>
            <a:r>
              <a:t>国外：智能化、云化、与 AI 结合较深，但对小规模场景存在成本高、过度设计问题。</a:t>
            </a:r>
          </a:p>
          <a:p>
            <a:pPr>
              <a:spcAft>
                <a:spcPts val="400"/>
              </a:spcAft>
              <a:defRPr sz="1700"/>
            </a:pPr>
            <a:r>
              <a:t>国内：Spring Boot 等轻量方案贴合中小企业；SaaS 渗透提升，仍需易落地、可扩展的自建系统。</a:t>
            </a:r>
          </a:p>
          <a:p>
            <a:pPr>
              <a:spcAft>
                <a:spcPts val="400"/>
              </a:spcAft>
              <a:defRPr sz="1700"/>
            </a:pPr>
            <a:r>
              <a:t>本文：采用 Spring Boot + MySQL + 前后端分离，聚焦轻量可维护的库存数字化方案。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A237E"/>
                </a:solidFill>
              </a:defRPr>
            </a:pPr>
            <a:r>
              <a:t>三、需求与功能模块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700"/>
            </a:pPr>
            <a:r>
              <a:t>功能：用户认证与权限（RBAC）、商品 CRUD 与检索、仓库/仓位分层、入库/出库/调整与流水、统计与低库存预警。</a:t>
            </a:r>
          </a:p>
          <a:p>
            <a:pPr>
              <a:spcAft>
                <a:spcPts val="400"/>
              </a:spcAft>
              <a:defRPr sz="1700"/>
            </a:pPr>
            <a:r>
              <a:t>非功能：界面可用性、JWT 鉴权、模块化可扩展、中小数据规模下的响应性能。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A237E"/>
                </a:solidFill>
              </a:defRPr>
            </a:pPr>
            <a:r>
              <a:t>四、技术选型（与实现一致）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700"/>
            </a:pPr>
            <a:r>
              <a:t>后端：Spring Boot 2.7、Spring MVC、MyBatis、MySQL、JWT 拦截与统一异常处理。</a:t>
            </a:r>
          </a:p>
          <a:p>
            <a:pPr>
              <a:spcAft>
                <a:spcPts val="400"/>
              </a:spcAft>
              <a:defRPr sz="1700"/>
            </a:pPr>
            <a:r>
              <a:t>前端：React 18、TypeScript、Vite、Ant Design 6；路由守卫与 Token 请求封装。</a:t>
            </a:r>
          </a:p>
          <a:p>
            <a:pPr>
              <a:spcAft>
                <a:spcPts val="400"/>
              </a:spcAft>
              <a:defRPr sz="1700"/>
            </a:pPr>
            <a:r>
              <a:t>工程：前后端分离，生产构建静态资源可由 Spring Boot 托管。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A237E"/>
                </a:solidFill>
              </a:defRPr>
            </a:pPr>
            <a:r>
              <a:t>五、系统总体架构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700"/>
            </a:pPr>
            <a:r>
              <a:t>表现层：React + Ant Design 页面（商品、仓库仓位、库存、统计预警、权限菜单等）。</a:t>
            </a:r>
          </a:p>
          <a:p>
            <a:pPr>
              <a:spcAft>
                <a:spcPts val="400"/>
              </a:spcAft>
              <a:defRPr sz="1700"/>
            </a:pPr>
            <a:r>
              <a:t>接口与安全层：Controller + JWT 校验，统一拦截非法请求。</a:t>
            </a:r>
          </a:p>
          <a:p>
            <a:pPr>
              <a:spcAft>
                <a:spcPts val="400"/>
              </a:spcAft>
              <a:defRPr sz="1700"/>
            </a:pPr>
            <a:r>
              <a:t>业务层：Service 组织商品、库存、菜单权限等逻辑，关键库存操作使用事务。</a:t>
            </a:r>
          </a:p>
          <a:p>
            <a:pPr>
              <a:spcAft>
                <a:spcPts val="400"/>
              </a:spcAft>
              <a:defRPr sz="1700"/>
            </a:pPr>
            <a:r>
              <a:t>持久层：MyBatis Mapper + XML；数据层 MySQL 存储业务与权限数据。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A237E"/>
                </a:solidFill>
              </a:defRPr>
            </a:pPr>
            <a:r>
              <a:t>六、核心设计与实现要点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700"/>
            </a:pPr>
            <a:r>
              <a:t>登录：校验用户名密码后签发 JWT；前端请求头携带 Token，拦截器统一校验。</a:t>
            </a:r>
          </a:p>
          <a:p>
            <a:pPr>
              <a:spcAft>
                <a:spcPts val="400"/>
              </a:spcAft>
              <a:defRPr sz="1700"/>
            </a:pPr>
            <a:r>
              <a:t>库存：入库增加库存并记流水；出库前校验数量，不足则拒绝；多表更新同一事务保证一致。</a:t>
            </a:r>
          </a:p>
          <a:p>
            <a:pPr>
              <a:spcAft>
                <a:spcPts val="400"/>
              </a:spcAft>
              <a:defRPr sz="1700"/>
            </a:pPr>
            <a:r>
              <a:t>仓位：parent_id 维护层级，后端组装树形结构供前端展示。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A237E"/>
                </a:solidFill>
              </a:defRPr>
            </a:pPr>
            <a:r>
              <a:t>七、测试与验证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700"/>
            </a:pPr>
            <a:r>
              <a:t>环境：Windows/macOS、JDK 8+、MySQL 8.x、Chrome、Postman 等。</a:t>
            </a:r>
          </a:p>
          <a:p>
            <a:pPr>
              <a:spcAft>
                <a:spcPts val="400"/>
              </a:spcAft>
              <a:defRPr sz="1700"/>
            </a:pPr>
            <a:r>
              <a:t>功能：登录与 Token、商品增删改查、入出库与库存联动、仓库仓位与预警列表等用例验证通过。</a:t>
            </a:r>
          </a:p>
          <a:p>
            <a:pPr>
              <a:spcAft>
                <a:spcPts val="400"/>
              </a:spcAft>
              <a:defRPr sz="1700"/>
            </a:pPr>
            <a:r>
              <a:t>结论：满足中小规模场景下的日常使用；高并发与压力测试可作为后续工作。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A237E"/>
                </a:solidFill>
              </a:defRPr>
            </a:pPr>
            <a:r>
              <a:t>八、总结与展望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700"/>
            </a:pPr>
            <a:r>
              <a:t>已完成：库存业务数字化、分仓分位、统计预警、基础 RBAC 与前后端分离架构。</a:t>
            </a:r>
          </a:p>
          <a:p>
            <a:pPr>
              <a:spcAft>
                <a:spcPts val="400"/>
              </a:spcAft>
              <a:defRPr sz="1700"/>
            </a:pPr>
            <a:r>
              <a:t>展望：更细粒度接口权限、采购销售与审批流、缓存与消息队列、可视化大屏与智能补货建议。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01168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A237E"/>
                </a:solidFill>
              </a:defRPr>
            </a:pPr>
            <a:r>
              <a:t>谢谢各位老师！</a:t>
            </a:r>
          </a:p>
          <a:p>
            <a:pPr algn="ctr">
              <a:spcBef>
                <a:spcPts val="1600"/>
              </a:spcBef>
              <a:defRPr sz="2200"/>
            </a:pPr>
            <a:r>
              <a:t>敬请批评指正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